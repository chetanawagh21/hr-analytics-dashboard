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"/>
              </a:defRPr>
            </a:pPr>
            <a:r>
              <a:t>HR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3C5FD"/>
                </a:solidFill>
                <a:latin typeface="Aptos"/>
              </a:defRPr>
            </a:pPr>
            <a:r>
              <a:t>POWER BI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Employee Attrition &amp; Workforce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CBD5E1"/>
                </a:solidFill>
                <a:latin typeface="Aptos"/>
              </a:defRPr>
            </a:pPr>
            <a:r>
              <a:t>Project Presentation | Microsoft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Prepared by Chetana Wagh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5156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Aptos"/>
              </a:defRPr>
            </a:pPr>
            <a:r>
              <a:t>HR Analytics Dashboard | Microsoft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Interactive data visualization project for exploring workforce composition, employee attrition and job satisfaction.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Uses KPI cards, segment comparisons, charts and filters to make HR metrics easier to explore.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Supports data-informed HR discussions; patterns should not be treated as proof of cause.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ptos"/>
              </a:defRPr>
            </a:pPr>
            <a:r>
              <a:t>Prepared by Chetana Wagh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5156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Aptos"/>
              </a:defRPr>
            </a:pPr>
            <a:r>
              <a:t>HR Analytics Dashboard | Microsoft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Monitor headline workforce and attrition measures.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Explore employee distribution by department, job role, salary slab and age group.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Compare job satisfaction across roles.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Present key HR metrics in a clear, consistent dashboard.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ptos"/>
              </a:defRPr>
            </a:pPr>
            <a:r>
              <a:t>Prepared by Chetana Wagh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"/>
              </a:defRPr>
            </a:pPr>
            <a:r>
              <a:t>Dashboard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5156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Aptos"/>
              </a:defRPr>
            </a:pPr>
            <a:r>
              <a:t>HR Analytics Dashboard | Microsoft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KPI cards for headline HR metrics.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Department-wise workforce and attrition views.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Salary slab and age group distribution.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Job role and job satisfaction analysis.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Interactive department filter/slicer where configured.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ptos"/>
              </a:defRPr>
            </a:pPr>
            <a:r>
              <a:t>Prepared by Chetana Wagh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"/>
              </a:defRPr>
            </a:pPr>
            <a:r>
              <a:t>KPI Definitions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5156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Aptos"/>
              </a:defRPr>
            </a:pPr>
            <a:r>
              <a:t>HR Analytics Dashboard | Microsoft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Total Employees: total employee records included in the report.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Active Employees: retained employees according to the dataset's definition.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Attrition Count: employees marked as having left.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Attrition Rate: attrition count divided by a clearly defined population.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Average Age or Experience: employee profile measures if included.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ptos"/>
              </a:defRPr>
            </a:pPr>
            <a:r>
              <a:t>Prepared by Chetana Wagh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"/>
              </a:defRPr>
            </a:pPr>
            <a:r>
              <a:t>Department &amp; Job Role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5156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Aptos"/>
              </a:defRPr>
            </a:pPr>
            <a:r>
              <a:t>HR Analytics Dashboard | Microsoft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Compare workforce counts across departments and job roles.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Review attrition patterns across organizational segments.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Use consistent category labels and verify filters before interpreting results.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Consider segment sizes when comparing rates and counts.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ptos"/>
              </a:defRPr>
            </a:pPr>
            <a:r>
              <a:t>Prepared by Chetana Wagh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"/>
              </a:defRPr>
            </a:pPr>
            <a:r>
              <a:t>Salary Slab &amp; Age 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5156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Aptos"/>
              </a:defRPr>
            </a:pPr>
            <a:r>
              <a:t>HR Analytics Dashboard | Microsoft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Explore how attrition is distributed across salary ranges.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Review age-group composition and differences between segments.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Avoid assuming a salary or age category causes attrition based on charts alone.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Use the findings to guide further investigation.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ptos"/>
              </a:defRPr>
            </a:pPr>
            <a:r>
              <a:t>Prepared by Chetana Wagh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"/>
              </a:defRPr>
            </a:pPr>
            <a:r>
              <a:t>Job Satisfaction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5156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Aptos"/>
              </a:defRPr>
            </a:pPr>
            <a:r>
              <a:t>HR Analytics Dashboard | Microsoft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Compare satisfaction ratings by job role where the source data supports it.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Check the number of records in each group before comparing averages.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Use the dashboard to identify questions for deeper HR review.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Interpret satisfaction measures in the context of how the data was collected.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ptos"/>
              </a:defRPr>
            </a:pPr>
            <a:r>
              <a:t>Prepared by Chetana Wagh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"/>
              </a:defRPr>
            </a:pPr>
            <a:r>
              <a:t>Tools &amp; 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5156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Aptos"/>
              </a:defRPr>
            </a:pPr>
            <a:r>
              <a:t>HR Analytics Dashboard | Microsoft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Microsoft Power BI — report layout and interactive visualization.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Data visualization — KPI cards, charts, comparisons and filters.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Power Query and DAX should be listed only if used in the project.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Analytical communication — presenting workforce metrics for business audiences.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ptos"/>
              </a:defRPr>
            </a:pPr>
            <a:r>
              <a:t>Prepared by Chetana Wagh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"/>
              </a:defRPr>
            </a:pPr>
            <a:r>
              <a:t>Business Value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5156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Aptos"/>
              </a:defRPr>
            </a:pPr>
            <a:r>
              <a:t>HR Analytics Dashboard | Microsoft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Provides a consolidated view of selected HR metrics.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Helps stakeholders explore patterns across workforce segments.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Metric definitions, data quality and filters influence interpretation.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Descriptive visuals show patterns, not causation.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ptos"/>
              </a:defRPr>
            </a:pPr>
            <a:r>
              <a:t>Prepared by Chetana Wagh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"/>
              </a:defRPr>
            </a:pPr>
            <a:r>
              <a:t>Conclusion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5156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Aptos"/>
              </a:defRPr>
            </a:pPr>
            <a:r>
              <a:t>HR Analytics Dashboard | Microsoft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Validate KPI formulas, labels, and filter behavior before publishing.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Add the actual dashboard screenshot to the repository.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Document dataset source, data dictionary and verified findings.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 Future improvements may include time trends and drill-through pages.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ptos"/>
              </a:defRPr>
            </a:pPr>
            <a:r>
              <a:t>Prepared by Chetana Wagh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